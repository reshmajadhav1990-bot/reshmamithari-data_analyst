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62" r:id="rId2"/>
    <p:sldId id="256" r:id="rId3"/>
    <p:sldId id="257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8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9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8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6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3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2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6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1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8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0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3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AC7C9A-C135-39F4-A898-326DA1F7C9DA}"/>
              </a:ext>
            </a:extLst>
          </p:cNvPr>
          <p:cNvSpPr/>
          <p:nvPr/>
        </p:nvSpPr>
        <p:spPr>
          <a:xfrm>
            <a:off x="2081920" y="2415244"/>
            <a:ext cx="8028160" cy="175432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dirty="0"/>
              <a:t>Interactive Sales Financial</a:t>
            </a:r>
          </a:p>
          <a:p>
            <a:pPr algn="ctr"/>
            <a:r>
              <a:rPr lang="en-IN" sz="5400" dirty="0"/>
              <a:t>Dashboard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987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BBFFD76-F242-CFB2-1911-4BF92EA07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06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990BC484-8076-0468-8403-018D75475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90"/>
            <a:ext cx="12192000" cy="63499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7D75B2-5E14-0145-29E1-6BE901FEE79B}"/>
              </a:ext>
            </a:extLst>
          </p:cNvPr>
          <p:cNvSpPr/>
          <p:nvPr/>
        </p:nvSpPr>
        <p:spPr>
          <a:xfrm>
            <a:off x="4365677" y="-7898"/>
            <a:ext cx="343260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REGION</a:t>
            </a:r>
          </a:p>
        </p:txBody>
      </p:sp>
    </p:spTree>
    <p:extLst>
      <p:ext uri="{BB962C8B-B14F-4D97-AF65-F5344CB8AC3E}">
        <p14:creationId xmlns:p14="http://schemas.microsoft.com/office/powerpoint/2010/main" val="300576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5115F589-A69F-5FEB-C1D3-2D7556CA1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8090"/>
            <a:ext cx="12216983" cy="63499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CA9C77-E573-145A-5A70-EE23EA469039}"/>
              </a:ext>
            </a:extLst>
          </p:cNvPr>
          <p:cNvSpPr/>
          <p:nvPr/>
        </p:nvSpPr>
        <p:spPr>
          <a:xfrm>
            <a:off x="69012" y="-7898"/>
            <a:ext cx="121229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CUSTOMER SEGMENTATION</a:t>
            </a:r>
            <a:endParaRPr lang="en-IN" sz="32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5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blue lines&#10;&#10;Description automatically generated">
            <a:extLst>
              <a:ext uri="{FF2B5EF4-FFF2-40B4-BE49-F238E27FC236}">
                <a16:creationId xmlns:a16="http://schemas.microsoft.com/office/drawing/2014/main" id="{2BBC5543-991F-4954-46C9-B3CB29223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90"/>
            <a:ext cx="12192000" cy="63499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B29109-A88E-6B82-852B-9E8313BBE111}"/>
              </a:ext>
            </a:extLst>
          </p:cNvPr>
          <p:cNvSpPr/>
          <p:nvPr/>
        </p:nvSpPr>
        <p:spPr>
          <a:xfrm>
            <a:off x="69012" y="-7898"/>
            <a:ext cx="121229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</a:t>
            </a:r>
            <a:r>
              <a:rPr lang="en-IN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IME SERIES WITH FORECASTING FOR 12 DAYS</a:t>
            </a:r>
          </a:p>
        </p:txBody>
      </p:sp>
    </p:spTree>
    <p:extLst>
      <p:ext uri="{BB962C8B-B14F-4D97-AF65-F5344CB8AC3E}">
        <p14:creationId xmlns:p14="http://schemas.microsoft.com/office/powerpoint/2010/main" val="259153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946555E-BCE2-735B-1356-BE7BC4BD1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8090"/>
            <a:ext cx="12191999" cy="63499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168D57-625F-4242-019A-7D4BB1734E94}"/>
              </a:ext>
            </a:extLst>
          </p:cNvPr>
          <p:cNvSpPr/>
          <p:nvPr/>
        </p:nvSpPr>
        <p:spPr>
          <a:xfrm>
            <a:off x="69012" y="-7898"/>
            <a:ext cx="121229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DISTRIBUTION OF PAYMENT METHODS</a:t>
            </a:r>
            <a:endParaRPr lang="en-IN" sz="32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252925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Ketan Mithari</dc:creator>
  <cp:lastModifiedBy>Ketan Mithari</cp:lastModifiedBy>
  <cp:revision>1</cp:revision>
  <dcterms:created xsi:type="dcterms:W3CDTF">2025-11-01T16:03:25Z</dcterms:created>
  <dcterms:modified xsi:type="dcterms:W3CDTF">2025-11-01T16:47:17Z</dcterms:modified>
</cp:coreProperties>
</file>